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temu/.workbuddy/clipboard-images/clipboard-2026-08-20T08-42-00-844Z-877128c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6274" y="201168"/>
            <a:ext cx="8431451" cy="474116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046720" y="4832604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/ 21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temu/.workbuddy/clipboard-images/clipboard-2026-08-20T08-42-00-847Z-323282f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6274" y="201168"/>
            <a:ext cx="8431451" cy="474116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046720" y="4832604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21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temu/.workbuddy/clipboard-images/clipboard-2026-08-20T08-42-00-849Z-039dd8a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6274" y="201168"/>
            <a:ext cx="8431451" cy="474116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046720" y="4832604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21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temu/.workbuddy/clipboard-images/clipboard-2026-08-20T08-42-00-850Z-61f8303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6274" y="201168"/>
            <a:ext cx="8431451" cy="474116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046720" y="4832604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21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temu/.workbuddy/clipboard-images/clipboard-2026-08-20T08-42-00-850Z-9dbbd2e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6274" y="201168"/>
            <a:ext cx="8431451" cy="474116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046720" y="4832604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21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temu/.workbuddy/clipboard-images/clipboard-2026-08-20T08-42-00-850Z-e1fbe58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6274" y="201168"/>
            <a:ext cx="8431451" cy="474116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046720" y="4832604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21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temu/.workbuddy/clipboard-images/clipboard-2026-08-20T08-42-00-851Z-fb43b4a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6274" y="201168"/>
            <a:ext cx="8431451" cy="474116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046720" y="4832604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21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temu/.workbuddy/clipboard-images/clipboard-2026-08-20T08-42-00-854Z-4a934c6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6274" y="201168"/>
            <a:ext cx="8431451" cy="474116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046720" y="4832604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/ 21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temu/.workbuddy/clipboard-images/clipboard-2026-08-20T08-42-00-854Z-fe3b519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6274" y="201168"/>
            <a:ext cx="8431451" cy="474116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046720" y="4832604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/ 21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temu/.workbuddy/clipboard-images/clipboard-2026-08-20T08-42-00-857Z-8a668f4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6274" y="201168"/>
            <a:ext cx="8431451" cy="474116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046720" y="4832604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21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temu/.workbuddy/clipboard-images/clipboard-2026-08-20T08-42-00-857Z-f0df3e0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6274" y="201168"/>
            <a:ext cx="8431451" cy="474116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046720" y="4832604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21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temu/.workbuddy/clipboard-images/clipboard-2026-08-20T08-42-00-858Z-3156203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6274" y="201168"/>
            <a:ext cx="8431451" cy="474116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046720" y="4832604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/ 21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temu/.workbuddy/clipboard-images/clipboard-2026-08-20T08-42-00-858Z-98305fe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6274" y="201168"/>
            <a:ext cx="8431451" cy="474116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046720" y="4832604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/ 21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temu/.workbuddy/clipboard-images/clipboard-2026-08-20T08-42-00-858Z-f1ecc49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6274" y="201168"/>
            <a:ext cx="8431451" cy="474116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046720" y="4832604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/ 21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temu/.workbuddy/clipboard-images/clipboard-2026-08-20T08-42-00-859Z-0db4081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6274" y="201168"/>
            <a:ext cx="8431451" cy="474116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046720" y="4832604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/ 21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temu/.workbuddy/clipboard-images/clipboard-2026-08-20T08-42-00-859Z-b4786e6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6274" y="201168"/>
            <a:ext cx="8431451" cy="474116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046720" y="4832604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/ 21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temu/.workbuddy/clipboard-images/clipboard-2026-08-20T08-42-00-859Z-e41219e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6274" y="201168"/>
            <a:ext cx="8431451" cy="474116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046720" y="4832604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 / 21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temu/.workbuddy/clipboard-images/clipboard-2026-08-20T08-42-00-860Z-6b8a59d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6274" y="201168"/>
            <a:ext cx="8431451" cy="474116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046720" y="4832604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 / 21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temu/.workbuddy/clipboard-images/clipboard-2026-08-20T08-42-00-861Z-6787b06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6274" y="201168"/>
            <a:ext cx="8431451" cy="474116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046720" y="4832604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 / 21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temu/.workbuddy/clipboard-images/clipboard-2026-08-20T08-42-00-862Z-b846d17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6274" y="201168"/>
            <a:ext cx="8431451" cy="474116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046720" y="4832604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/ 21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temu/.workbuddy/clipboard-images/clipboard-2026-08-20T08-42-00-863Z-62b1003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6274" y="201168"/>
            <a:ext cx="8431451" cy="474116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046720" y="4832604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 / 21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中国办公智能体市场洞察（图片版）</dc:title>
  <dc:subject>PptxGenJS Presentation</dc:subject>
  <dc:creator>WorkBuddy</dc:creator>
  <cp:lastModifiedBy>WorkBuddy</cp:lastModifiedBy>
  <cp:revision>1</cp:revision>
  <dcterms:created xsi:type="dcterms:W3CDTF">2026-08-20T10:00:34Z</dcterms:created>
  <dcterms:modified xsi:type="dcterms:W3CDTF">2026-08-20T10:00:34Z</dcterms:modified>
</cp:coreProperties>
</file>